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03AD-72AC-4922-81E6-0FE431F9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46053-D91E-4F21-AA19-2BCCB50CB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55D88-F655-47F5-91DD-12A37765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1AAF-44F0-43EA-A8E5-D24E002D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9FD84-93DD-4C08-99BD-D2DC7F3E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71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10FA-5C0B-4B8E-AD5E-D189FB00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97B3-080D-48D6-B159-A1583D45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763C7-44E0-4A68-BE51-489B86B1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EBB8-BE33-452B-BFBD-2867221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11E16-0FD9-4E07-9C41-57F68620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94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4620A-49A0-4426-937C-F1AF2755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065F9-1007-4261-9897-79F0B9C0B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73A7-38CA-40AA-BB2F-B8169E8A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0E14-5485-4E41-935B-9F1667DB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6391F-0DDE-4CF6-A9E9-A6147D4C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9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AEFD-A200-4F13-92EB-4BDB7A57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3130-AB5A-4889-8B37-8536380AC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A9D29-AE72-48DC-A337-B26F29A31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64F3B-8700-422F-B8A7-EA1812DB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3AADA-441D-405C-9028-1F2041D4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64E8-AAA6-40FA-9B32-39D3942E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54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A146-4471-4FAC-B000-3201A01D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86F8E-EF35-4AA7-869B-A7F3AA0B6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0DBFE-31B0-415F-A09A-EBA27EA3C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754C4-2EC5-4979-9EC5-A71B1640F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7DE61-2075-4EDC-B8E3-AF43B437F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E8C0D-500B-4589-A1AD-863947E0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F94C8-910B-4267-85FF-1F5C99D5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7E7A4-3382-45B8-ACBF-67C6F48B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0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C4F3-F835-4E46-B95E-2D34EF80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71136-891E-4E1B-9085-087C9E5C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F9E54-BAC1-4F8B-86A1-01FE10B4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1A2DD-048C-482E-A688-EA24B2C9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51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F585B-A2BF-4458-8C8D-FEC75CFE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47C67-3841-4D08-BEDB-9405B626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EDAA8-9B30-4FA6-8154-17EBF1E2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16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F909-FED3-4B54-A30A-C7CEDCB0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44BD8-0C13-4097-B9C2-BC7D2C8C6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5036D-0327-4195-BECD-61C1F904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8833-D6B3-4A0B-80FD-C0312B0B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A7058-8CD5-48EF-A5A5-ECBCF9F1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6AEE4-935C-4F17-A6D7-A11AFE88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5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8C08-09FF-4067-B6F3-01A002DA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EFCD6-929A-4AC9-8DAB-937B80C7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4A6CE-0246-45D6-950D-25DC1B2A2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FD746-30E3-4D68-95A0-CB6CB72F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BE2D8-8B7A-441B-9E2B-E70C59DB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3897-6FFE-4CA0-9BBE-ECD5EDD2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4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28CB-3331-4B59-AFE6-C8E46BB3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32A84-B311-47E5-A3CD-249A422C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86DDB-713F-4882-AB20-2BD878D6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47422-ADE8-40C1-958F-1EB8FAA8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DB278-4DDF-4B6B-BDBA-88895769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81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52E1B-8137-42FF-9F8E-AD19B6EC3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08403-A8A7-4C39-B870-EEE350456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E09B9-6AD4-4BA0-B3B0-F3393FC2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E3A6B-623C-443E-8270-7AB56087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A33C1-B901-42C0-8C2C-DDDB534C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92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D7E07-E186-4F07-B2DF-8F994EF4D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D30D7-6C2A-4878-89E0-6A0DBB048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CC1ED-8D15-4EE6-9EAA-E289121F7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CA8A-AEDD-4012-8CC1-1E14A68C1B2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FB63E-86D0-4A3E-BA89-5A9C165A4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DF581-2C47-448D-9E47-C8E955BA0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0F0F6-883B-47E2-B17D-230C4CCBB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5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945E8A-DC66-481A-B171-BABFE5BCF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D5F2D-0B5F-40B1-ABBF-8B9BDE865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3058" y="659472"/>
            <a:ext cx="8415647" cy="89145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Чат-Бот в </a:t>
            </a:r>
            <a:r>
              <a:rPr lang="en-US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Telegram</a:t>
            </a:r>
            <a:endParaRPr lang="ru-RU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06223-130C-4C5B-BEF4-CC7F1E0D0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8881" y="1550926"/>
            <a:ext cx="9144000" cy="529681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Для школьного расписания и домашних заданий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1FAF0-A60A-435F-B1F9-8EA1655A517C}"/>
              </a:ext>
            </a:extLst>
          </p:cNvPr>
          <p:cNvSpPr txBox="1"/>
          <p:nvPr/>
        </p:nvSpPr>
        <p:spPr>
          <a:xfrm>
            <a:off x="5468026" y="2004127"/>
            <a:ext cx="29928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Учебный проект</a:t>
            </a:r>
            <a:br>
              <a:rPr lang="ru-RU" dirty="0"/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Разработчик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и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: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-Нураков Данакер 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-Мирзоян Рубен 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-Бекасов Евгений</a:t>
            </a:r>
            <a:br>
              <a:rPr lang="ru-RU" dirty="0">
                <a:solidFill>
                  <a:srgbClr val="F9FAFB"/>
                </a:solidFill>
                <a:latin typeface="quote-cjk-patch"/>
              </a:rPr>
            </a:br>
            <a:r>
              <a:rPr lang="ru-RU" dirty="0">
                <a:solidFill>
                  <a:srgbClr val="F9FAFB"/>
                </a:solidFill>
                <a:latin typeface="quote-cjk-patch"/>
              </a:rPr>
              <a:t>Руководитель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:</a:t>
            </a:r>
            <a:br>
              <a:rPr lang="en-US" dirty="0">
                <a:solidFill>
                  <a:srgbClr val="F9FAFB"/>
                </a:solidFill>
                <a:latin typeface="quote-cjk-patch"/>
              </a:rPr>
            </a:br>
            <a:r>
              <a:rPr lang="en-US" dirty="0">
                <a:solidFill>
                  <a:srgbClr val="F9FAFB"/>
                </a:solidFill>
                <a:latin typeface="quote-cjk-patch"/>
              </a:rPr>
              <a:t>-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Баранов Михаил Сергеевич</a:t>
            </a:r>
            <a:br>
              <a:rPr lang="ru-RU" dirty="0">
                <a:solidFill>
                  <a:srgbClr val="F9FAFB"/>
                </a:solidFill>
                <a:latin typeface="quote-cjk-patch"/>
              </a:rPr>
            </a:br>
            <a:r>
              <a:rPr lang="ru-RU" dirty="0">
                <a:solidFill>
                  <a:srgbClr val="F9FAFB"/>
                </a:solidFill>
                <a:latin typeface="quote-cjk-patch"/>
              </a:rPr>
              <a:t>ГБОУ Школа №618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644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6450" y="247651"/>
            <a:ext cx="6305550" cy="1825624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АКТУАЛЬНОСТЬ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450" y="1825624"/>
            <a:ext cx="6305550" cy="5032375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📌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Для учеников: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Потеря информации о ДЗ в чатах и на листочках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Сложность отслеживания изменений в расписании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Отсутствие единого места для учебных материалов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📌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Для родителей: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Неполная информированность об учебном процессе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Зависимость от сообщений ребенка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Нет оперативных уведомлений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Решение: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Единая автоматизированная система в привычном мессенджере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46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900" y="241301"/>
            <a:ext cx="6261100" cy="1449388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Цель и задачи проекта</a:t>
            </a:r>
            <a:r>
              <a:rPr lang="en-US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 -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700" y="1270000"/>
            <a:ext cx="6337300" cy="151605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🎯 ЦЕЛЬ ПРОЕКТА: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Создать удобный и функциональный Telegram-бот для автоматизации доступа к школьному расписанию и домашним заданиям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09D7F-7D48-4338-9635-16568DD7E875}"/>
              </a:ext>
            </a:extLst>
          </p:cNvPr>
          <p:cNvSpPr txBox="1"/>
          <p:nvPr/>
        </p:nvSpPr>
        <p:spPr>
          <a:xfrm>
            <a:off x="5854700" y="3024206"/>
            <a:ext cx="6337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📋 ЗАДАЧИ: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Разработать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архитектуру и схему работы бота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Реализовать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функции: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Хранение и отображение расписания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Ведение списка домашних заданий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Систему уведомлений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Создать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интуитивно понятный интерфейс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Обеспечить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разный уровень доступа (ученик/учитель/родитель)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Протестировать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работу всех функций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34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95" y="1"/>
            <a:ext cx="6326605" cy="806175"/>
          </a:xfrm>
        </p:spPr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Схема работы чат-бота</a:t>
            </a:r>
            <a:r>
              <a:rPr lang="en-US" b="1" dirty="0">
                <a:solidFill>
                  <a:srgbClr val="F9FAFB"/>
                </a:solidFill>
                <a:latin typeface="quote-cjk-patch"/>
              </a:rPr>
              <a:t> -</a:t>
            </a:r>
            <a:endParaRPr lang="ru-RU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FF7440-D6B5-4C3C-A7EE-21C193200ABE}"/>
              </a:ext>
            </a:extLst>
          </p:cNvPr>
          <p:cNvSpPr/>
          <p:nvPr/>
        </p:nvSpPr>
        <p:spPr>
          <a:xfrm>
            <a:off x="7879012" y="786478"/>
            <a:ext cx="1699794" cy="8061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Пользователь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B19805-24F1-4D6B-A767-A1E7B47D8539}"/>
              </a:ext>
            </a:extLst>
          </p:cNvPr>
          <p:cNvSpPr/>
          <p:nvPr/>
        </p:nvSpPr>
        <p:spPr>
          <a:xfrm>
            <a:off x="7879012" y="2219270"/>
            <a:ext cx="1699794" cy="8061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команд и запросов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EF073C-975C-4E2A-91F0-7127CC412E6B}"/>
              </a:ext>
            </a:extLst>
          </p:cNvPr>
          <p:cNvSpPr/>
          <p:nvPr/>
        </p:nvSpPr>
        <p:spPr>
          <a:xfrm>
            <a:off x="5661769" y="3535705"/>
            <a:ext cx="2217243" cy="14930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/>
              <a:t>База данных</a:t>
            </a:r>
          </a:p>
          <a:p>
            <a:pPr algn="ctr"/>
            <a:r>
              <a:rPr lang="ru-RU" dirty="0"/>
              <a:t>1.Расписания</a:t>
            </a:r>
          </a:p>
          <a:p>
            <a:pPr algn="ctr"/>
            <a:r>
              <a:rPr lang="ru-RU" dirty="0"/>
              <a:t>2. Дз и материалы</a:t>
            </a:r>
          </a:p>
          <a:p>
            <a:pPr algn="ctr"/>
            <a:r>
              <a:rPr lang="ru-RU" dirty="0"/>
              <a:t>3.Пользователи</a:t>
            </a:r>
          </a:p>
          <a:p>
            <a:pPr algn="ctr"/>
            <a:r>
              <a:rPr lang="ru-RU" dirty="0"/>
              <a:t>4.Настройки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986F5D-43CD-4484-9B51-85CAA8D063A9}"/>
              </a:ext>
            </a:extLst>
          </p:cNvPr>
          <p:cNvSpPr/>
          <p:nvPr/>
        </p:nvSpPr>
        <p:spPr>
          <a:xfrm>
            <a:off x="9578806" y="3535706"/>
            <a:ext cx="2217243" cy="14930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/>
              <a:t>Внешние сервисы</a:t>
            </a:r>
          </a:p>
          <a:p>
            <a:pPr algn="ctr"/>
            <a:r>
              <a:rPr lang="ru-RU" dirty="0"/>
              <a:t>1.Хранение файлов</a:t>
            </a:r>
          </a:p>
          <a:p>
            <a:pPr algn="ctr"/>
            <a:r>
              <a:rPr lang="ru-RU" dirty="0"/>
              <a:t>2.Уведомления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69E1272-D924-4DA2-A111-4DB45551B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8325821" y="1397734"/>
            <a:ext cx="806175" cy="806175"/>
          </a:xfr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513733D-854E-41AC-8124-505AA5B76930}"/>
              </a:ext>
            </a:extLst>
          </p:cNvPr>
          <p:cNvSpPr/>
          <p:nvPr/>
        </p:nvSpPr>
        <p:spPr>
          <a:xfrm>
            <a:off x="7553235" y="5539000"/>
            <a:ext cx="2351346" cy="7283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/>
              <a:t>Отправка ответа пользователю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8E201ED-97B9-4CCC-91CA-710A94D99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54712">
            <a:off x="7457569" y="2735403"/>
            <a:ext cx="777732" cy="9300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7470B7-389A-40AB-83D4-F8A3F5525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73566">
            <a:off x="9234302" y="2660624"/>
            <a:ext cx="809290" cy="9678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D76B264-AC9F-463A-A0AC-E06FDB66E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62090">
            <a:off x="7345368" y="4776652"/>
            <a:ext cx="777732" cy="9300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DC90091-C058-4967-A724-0DA0483F0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54712">
            <a:off x="9572272" y="4817037"/>
            <a:ext cx="777732" cy="9300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C35D396-7B8D-4BB6-B3F3-6DAE69AA9F91}"/>
              </a:ext>
            </a:extLst>
          </p:cNvPr>
          <p:cNvSpPr txBox="1"/>
          <p:nvPr/>
        </p:nvSpPr>
        <p:spPr>
          <a:xfrm>
            <a:off x="3828504" y="877505"/>
            <a:ext cx="3928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Основные сценарии: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Запрос расписания → поиск в БД → вывод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Добавление ДЗ учителем → сохранение → уведомление ученикам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Напоминание о начале урока → автоматическая отправка</a:t>
            </a:r>
          </a:p>
        </p:txBody>
      </p:sp>
    </p:spTree>
    <p:extLst>
      <p:ext uri="{BB962C8B-B14F-4D97-AF65-F5344CB8AC3E}">
        <p14:creationId xmlns:p14="http://schemas.microsoft.com/office/powerpoint/2010/main" val="254274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700" y="0"/>
            <a:ext cx="6337300" cy="1690689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Список используемых инструментов и устройств</a:t>
            </a:r>
            <a:r>
              <a:rPr lang="en-US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 -</a:t>
            </a:r>
            <a:endParaRPr lang="ru-RU" dirty="0">
              <a:latin typeface="Franklin Gothic Demi Cond" panose="020B07060304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338" y="1690688"/>
            <a:ext cx="3348841" cy="4229161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ТЕХНОЛОГИИ И ИНСТРУМЕНТЫ: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Бэкенд: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Язык программирования: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Python 3.9+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Фреймворк: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python-telegram-bot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База данных: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SQLite / PostgreSQL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Хостинг: 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Heroku / VPS / PythonAnywhere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Внешние 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API: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Telegram Bot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Опционально)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Google Sheets API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для импорта расписания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Инструменты разработки: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Git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для контроля версий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VS Code / PyCharm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SQLiteBrowser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/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pgAdmin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A75BD-2D13-4A76-A14A-2A79D26ED8D6}"/>
              </a:ext>
            </a:extLst>
          </p:cNvPr>
          <p:cNvSpPr txBox="1"/>
          <p:nvPr/>
        </p:nvSpPr>
        <p:spPr>
          <a:xfrm>
            <a:off x="8841179" y="1597231"/>
            <a:ext cx="27135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📱 УСТРОЙСТВА ДЛЯ ИСПОЛЬЗОВАНИЯ: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Смартфоны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Android/iOS)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Планшеты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Компьютеры (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Windows/macOS/Linux)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✅ Веб-версия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Telegram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Требования: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Только установленный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Telegram</a:t>
            </a:r>
          </a:p>
          <a:p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659" y="1"/>
            <a:ext cx="5915891" cy="1062841"/>
          </a:xfrm>
        </p:spPr>
        <p:txBody>
          <a:bodyPr>
            <a:normAutofit fontScale="90000"/>
          </a:bodyPr>
          <a:lstStyle/>
          <a:p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Результа</a:t>
            </a: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т -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7345" y="1062842"/>
            <a:ext cx="6414654" cy="286789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🚀 РЕАЛИЗОВАННЫЙ ФУНКЦИОНАЛ: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Основные команды: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dirty="0">
                <a:solidFill>
                  <a:schemeClr val="bg1"/>
                </a:solidFill>
              </a:rPr>
              <a:t>/start - Начало работы</a:t>
            </a:r>
          </a:p>
          <a:p>
            <a:r>
              <a:rPr lang="ru-RU" dirty="0">
                <a:solidFill>
                  <a:schemeClr val="bg1"/>
                </a:solidFill>
              </a:rPr>
              <a:t>/today - Расписание на сегодня</a:t>
            </a:r>
          </a:p>
          <a:p>
            <a:r>
              <a:rPr lang="ru-RU" dirty="0">
                <a:solidFill>
                  <a:schemeClr val="bg1"/>
                </a:solidFill>
              </a:rPr>
              <a:t>/tomorrow - Расписание на завтра</a:t>
            </a:r>
          </a:p>
          <a:p>
            <a:r>
              <a:rPr lang="ru-RU" dirty="0">
                <a:solidFill>
                  <a:schemeClr val="bg1"/>
                </a:solidFill>
              </a:rPr>
              <a:t>/week - Расписание на неделю</a:t>
            </a:r>
          </a:p>
          <a:p>
            <a:r>
              <a:rPr lang="ru-RU" dirty="0">
                <a:solidFill>
                  <a:schemeClr val="bg1"/>
                </a:solidFill>
              </a:rPr>
              <a:t>/homework - Домашние задания</a:t>
            </a:r>
          </a:p>
          <a:p>
            <a:r>
              <a:rPr lang="ru-RU" dirty="0">
                <a:solidFill>
                  <a:schemeClr val="bg1"/>
                </a:solidFill>
              </a:rPr>
              <a:t>/notifications - Настройка уведомлений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E0CD3-1D02-4D7D-BA3C-5EEA626CB0DC}"/>
              </a:ext>
            </a:extLst>
          </p:cNvPr>
          <p:cNvSpPr txBox="1"/>
          <p:nvPr/>
        </p:nvSpPr>
        <p:spPr>
          <a:xfrm>
            <a:off x="5842659" y="3839410"/>
            <a:ext cx="63493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Преимущества системы: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⏱ Экономия 10-15 минут ежедневно на поиск информации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📊 100% доступность учебной информации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🔔 Своевременные напоминания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👨‍👩‍👧‍👦 Вовлечение родителей в учебный процесс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751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"/>
            <a:ext cx="6096000" cy="109098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Franklin Gothic Demi Cond" panose="020B0706030402020204" pitchFamily="34" charset="0"/>
              </a:rPr>
              <a:t>Вывод -</a:t>
            </a:r>
            <a:endParaRPr lang="ru-RU" dirty="0">
              <a:latin typeface="Franklin Gothic Demi Cond" panose="020B07060304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973775"/>
            <a:ext cx="6095999" cy="38529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sz="2900" b="1" dirty="0">
                <a:solidFill>
                  <a:srgbClr val="F9FAFB"/>
                </a:solidFill>
                <a:effectLst/>
                <a:latin typeface="quote-cjk-patch"/>
              </a:rPr>
              <a:t>📝 ЗАКЛЮЧЕНИЕ:</a:t>
            </a:r>
          </a:p>
          <a:p>
            <a:pPr algn="l">
              <a:buFont typeface="+mj-lt"/>
              <a:buAutoNum type="arabicPeriod"/>
            </a:pPr>
            <a:r>
              <a:rPr lang="ru-RU" sz="2900" b="1" i="0" dirty="0">
                <a:solidFill>
                  <a:srgbClr val="F9FAFB"/>
                </a:solidFill>
                <a:effectLst/>
                <a:latin typeface="quote-cjk-patch"/>
              </a:rPr>
              <a:t>Разработанный чат-бот</a:t>
            </a: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 успешно решает поставленные задачи: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Централизованное хранение расписания и ДЗ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Упрощение коммуникации "учитель-ученик-родитель"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Автоматизация рутинных процессов</a:t>
            </a:r>
          </a:p>
          <a:p>
            <a:pPr algn="l">
              <a:buFont typeface="+mj-lt"/>
              <a:buAutoNum type="arabicPeriod"/>
            </a:pPr>
            <a:r>
              <a:rPr lang="ru-RU" sz="2900" b="1" i="0" dirty="0">
                <a:solidFill>
                  <a:srgbClr val="F9FAFB"/>
                </a:solidFill>
                <a:effectLst/>
                <a:latin typeface="quote-cjk-patch"/>
              </a:rPr>
              <a:t>Ключевые преимущества:</a:t>
            </a:r>
            <a:endParaRPr lang="ru-RU" sz="29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Простота использования через Telegram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Кроссплатформенность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Нулевая стоимость для пользователей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Легкость масштабирования</a:t>
            </a:r>
          </a:p>
          <a:p>
            <a:pPr algn="l">
              <a:buFont typeface="+mj-lt"/>
              <a:buAutoNum type="arabicPeriod"/>
            </a:pPr>
            <a:r>
              <a:rPr lang="ru-RU" sz="2900" b="1" i="0" dirty="0">
                <a:solidFill>
                  <a:srgbClr val="F9FAFB"/>
                </a:solidFill>
                <a:effectLst/>
                <a:latin typeface="quote-cjk-patch"/>
              </a:rPr>
              <a:t>Перспективы развития:</a:t>
            </a:r>
            <a:endParaRPr lang="ru-RU" sz="29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Интеграция с электронным дневником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Добавление системы оценок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Календарь школьных событий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900" b="0" i="0" dirty="0">
                <a:solidFill>
                  <a:srgbClr val="F9FAFB"/>
                </a:solidFill>
                <a:effectLst/>
                <a:latin typeface="quote-cjk-patch"/>
              </a:rPr>
              <a:t>Аналитика успеваемости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0157B-593C-4081-B1D2-BDA85005B1F4}"/>
              </a:ext>
            </a:extLst>
          </p:cNvPr>
          <p:cNvSpPr txBox="1"/>
          <p:nvPr/>
        </p:nvSpPr>
        <p:spPr>
          <a:xfrm>
            <a:off x="6426035" y="4868562"/>
            <a:ext cx="56036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🎯 ИТОГ: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Проект доказал свою эффективность и может быть внедрен в любой школе для цифровизации учебного процесса и повышения организованности всех участников.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419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7E2292-6812-419C-8DB9-94A651E09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16F9F-A297-4DFC-9A9B-169D915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294" y="2480457"/>
            <a:ext cx="8320645" cy="1695203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Спасибо за внимание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9EC-87C7-4343-8D84-71AAA3AE5D9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156868" y="1983179"/>
            <a:ext cx="1035131" cy="2689761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82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465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Franklin Gothic Demi Cond</vt:lpstr>
      <vt:lpstr>quote-cjk-patch</vt:lpstr>
      <vt:lpstr>Office Theme</vt:lpstr>
      <vt:lpstr>Чат-Бот в Telegram</vt:lpstr>
      <vt:lpstr>АКТУАЛЬНОСТЬ -</vt:lpstr>
      <vt:lpstr>Цель и задачи проекта - </vt:lpstr>
      <vt:lpstr>Схема работы чат-бота -</vt:lpstr>
      <vt:lpstr>Список используемых инструментов и устройств -</vt:lpstr>
      <vt:lpstr> Результат - </vt:lpstr>
      <vt:lpstr>Вывод -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Чат-Бот в Telegram</dc:title>
  <dc:creator>Евгений Бекасов</dc:creator>
  <cp:lastModifiedBy>Евгений Бекасов</cp:lastModifiedBy>
  <cp:revision>6</cp:revision>
  <dcterms:created xsi:type="dcterms:W3CDTF">2026-01-11T16:03:09Z</dcterms:created>
  <dcterms:modified xsi:type="dcterms:W3CDTF">2026-01-11T16:48:45Z</dcterms:modified>
</cp:coreProperties>
</file>